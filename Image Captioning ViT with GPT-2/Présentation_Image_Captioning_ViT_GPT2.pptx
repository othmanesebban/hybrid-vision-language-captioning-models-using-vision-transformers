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Image Captioning avec ViT + GPT-2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Présentation du pipeline et du code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Génération automatique de légendes d’images</a:t>
            </a:r>
          </a:p>
          <a:p>
            <a:r>
              <a:t>• Encodeur : Vision Transformer (ViT)</a:t>
            </a:r>
          </a:p>
          <a:p>
            <a:r>
              <a:t>• Décodeur : GPT-2</a:t>
            </a:r>
          </a:p>
          <a:p>
            <a:r>
              <a:t>• Implémentation HuggingFace Transformers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ViT - Vision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Découpe l’image en patchs</a:t>
            </a:r>
          </a:p>
          <a:p>
            <a:r>
              <a:t>• Ajout position + projection</a:t>
            </a:r>
          </a:p>
          <a:p>
            <a:r>
              <a:t>• Transformer Encoder (attention multi-tête)</a:t>
            </a:r>
          </a:p>
        </p:txBody>
      </p:sp>
      <p:pic>
        <p:nvPicPr>
          <p:cNvPr id="4" name="Picture 3" descr="Architecture of 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GPT-2 - Générateur de 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Décode les vecteurs pour produire du texte</a:t>
            </a:r>
          </a:p>
          <a:p>
            <a:r>
              <a:t>• 12 couches de self-attention masquée</a:t>
            </a:r>
          </a:p>
          <a:p>
            <a:r>
              <a:t>• Normalisation + feed-forward</a:t>
            </a:r>
          </a:p>
        </p:txBody>
      </p:sp>
      <p:pic>
        <p:nvPicPr>
          <p:cNvPr id="4" name="Picture 3" descr="decoder GP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Pipeline Complet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Image → Feature Extractor ViT</a:t>
            </a:r>
          </a:p>
          <a:p>
            <a:r>
              <a:t>2. ViT → VisionEncoderDecoderModel</a:t>
            </a:r>
          </a:p>
          <a:p>
            <a:r>
              <a:t>3. Décodeur GPT-2 → Caption générée</a:t>
            </a:r>
          </a:p>
        </p:txBody>
      </p:sp>
      <p:pic>
        <p:nvPicPr>
          <p:cNvPr id="4" name="Picture 3" descr="systéme génér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299" y="3543701"/>
            <a:ext cx="4971448" cy="33142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Entraînement &amp; 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: Flickr30k</a:t>
            </a:r>
          </a:p>
          <a:p>
            <a:r>
              <a:t>• Entraînement avec Seq2SeqTrainer</a:t>
            </a:r>
          </a:p>
          <a:p>
            <a:r>
              <a:t>• Métrique ROUGE-2</a:t>
            </a:r>
          </a:p>
          <a:p>
            <a:r>
              <a:t>• Visualisation courbes Loss et ROUGE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</Words>
  <Application>Microsoft Office PowerPoint</Application>
  <PresentationFormat>Affichage à l'écran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Image Captioning avec ViT + GPT-2</vt:lpstr>
      <vt:lpstr>1. Introduction</vt:lpstr>
      <vt:lpstr>2. ViT - Vision Transformer</vt:lpstr>
      <vt:lpstr>3. GPT-2 - Générateur de texte</vt:lpstr>
      <vt:lpstr>4. Pipeline Complet</vt:lpstr>
      <vt:lpstr>5. Entraînement &amp; Résultats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 avec ViT + GPT-2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2025-04-22T10:47:51Z</dcterms:modified>
  <cp:category/>
</cp:coreProperties>
</file>